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 showGuides="1">
      <p:cViewPr>
        <p:scale>
          <a:sx n="98" d="100"/>
          <a:sy n="98" d="100"/>
        </p:scale>
        <p:origin x="-64" y="6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87A02C-B595-8440-B905-081CB89898D6}" type="doc">
      <dgm:prSet loTypeId="urn:microsoft.com/office/officeart/2005/8/layout/cycle4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A1E693B5-B393-F942-9A31-2279274602B5}">
      <dgm:prSet phldrT="[Text]"/>
      <dgm:spPr/>
      <dgm:t>
        <a:bodyPr/>
        <a:lstStyle/>
        <a:p>
          <a:r>
            <a:rPr lang="en-GB" dirty="0"/>
            <a:t>R4 Skills &amp; Capacity </a:t>
          </a:r>
        </a:p>
      </dgm:t>
    </dgm:pt>
    <dgm:pt modelId="{74460B84-70F5-7447-B74C-A66522ACF928}" type="parTrans" cxnId="{11AD17A7-8B90-D140-B8A3-83319AD6F17D}">
      <dgm:prSet/>
      <dgm:spPr/>
      <dgm:t>
        <a:bodyPr/>
        <a:lstStyle/>
        <a:p>
          <a:endParaRPr lang="en-GB"/>
        </a:p>
      </dgm:t>
    </dgm:pt>
    <dgm:pt modelId="{AEE026F2-BE3C-1840-AC32-4FC6C39F7E31}" type="sibTrans" cxnId="{11AD17A7-8B90-D140-B8A3-83319AD6F17D}">
      <dgm:prSet/>
      <dgm:spPr/>
      <dgm:t>
        <a:bodyPr/>
        <a:lstStyle/>
        <a:p>
          <a:endParaRPr lang="en-GB"/>
        </a:p>
      </dgm:t>
    </dgm:pt>
    <dgm:pt modelId="{73C18AA5-189E-0C45-AB37-DF1F27EEC262}">
      <dgm:prSet phldrT="[Text]"/>
      <dgm:spPr/>
      <dgm:t>
        <a:bodyPr/>
        <a:lstStyle/>
        <a:p>
          <a:r>
            <a:rPr lang="en-GB" dirty="0"/>
            <a:t>R4.1 Efficacy of interventions</a:t>
          </a:r>
        </a:p>
      </dgm:t>
    </dgm:pt>
    <dgm:pt modelId="{216DBCE6-CE58-5F4A-87FB-D9C9E17F180F}" type="parTrans" cxnId="{55CB9C6A-2EE9-4F48-8E2D-025C06613E10}">
      <dgm:prSet/>
      <dgm:spPr/>
      <dgm:t>
        <a:bodyPr/>
        <a:lstStyle/>
        <a:p>
          <a:endParaRPr lang="en-GB"/>
        </a:p>
      </dgm:t>
    </dgm:pt>
    <dgm:pt modelId="{2B275008-D434-E24B-99C2-F31EF3E9D09E}" type="sibTrans" cxnId="{55CB9C6A-2EE9-4F48-8E2D-025C06613E10}">
      <dgm:prSet/>
      <dgm:spPr/>
      <dgm:t>
        <a:bodyPr/>
        <a:lstStyle/>
        <a:p>
          <a:endParaRPr lang="en-GB"/>
        </a:p>
      </dgm:t>
    </dgm:pt>
    <dgm:pt modelId="{75530584-CCBE-BB44-B02F-5EBD801BA435}">
      <dgm:prSet phldrT="[Text]"/>
      <dgm:spPr/>
      <dgm:t>
        <a:bodyPr/>
        <a:lstStyle/>
        <a:p>
          <a:r>
            <a:rPr lang="en-GB" dirty="0"/>
            <a:t>R1 Infrastructure, Standards &amp; Community</a:t>
          </a:r>
        </a:p>
      </dgm:t>
    </dgm:pt>
    <dgm:pt modelId="{9C47F1B3-7A5E-EC47-8974-216516FE6B1B}" type="parTrans" cxnId="{2300AED2-B090-9A47-9BC5-5B7AB898E8AA}">
      <dgm:prSet/>
      <dgm:spPr/>
      <dgm:t>
        <a:bodyPr/>
        <a:lstStyle/>
        <a:p>
          <a:endParaRPr lang="en-GB"/>
        </a:p>
      </dgm:t>
    </dgm:pt>
    <dgm:pt modelId="{E68E072F-857A-D447-BDDD-EC447DD01743}" type="sibTrans" cxnId="{2300AED2-B090-9A47-9BC5-5B7AB898E8AA}">
      <dgm:prSet/>
      <dgm:spPr/>
      <dgm:t>
        <a:bodyPr/>
        <a:lstStyle/>
        <a:p>
          <a:endParaRPr lang="en-GB"/>
        </a:p>
      </dgm:t>
    </dgm:pt>
    <dgm:pt modelId="{7E8F1A95-8563-0041-9BA3-9641EEFA7FE8}">
      <dgm:prSet phldrT="[Text]"/>
      <dgm:spPr/>
      <dgm:t>
        <a:bodyPr/>
        <a:lstStyle/>
        <a:p>
          <a:pPr>
            <a:buNone/>
          </a:pPr>
          <a:r>
            <a:rPr lang="en-GB" dirty="0"/>
            <a:t>R1.1 Sustainable open infrastructure</a:t>
          </a:r>
        </a:p>
      </dgm:t>
    </dgm:pt>
    <dgm:pt modelId="{744C9EEC-1ECE-964D-BAE3-2F2FA2E7E73B}" type="parTrans" cxnId="{D01F2DF6-E5C2-8646-885E-18DC442E9869}">
      <dgm:prSet/>
      <dgm:spPr/>
      <dgm:t>
        <a:bodyPr/>
        <a:lstStyle/>
        <a:p>
          <a:endParaRPr lang="en-GB"/>
        </a:p>
      </dgm:t>
    </dgm:pt>
    <dgm:pt modelId="{16E58CD9-A227-3E49-B4B2-CD557F489239}" type="sibTrans" cxnId="{D01F2DF6-E5C2-8646-885E-18DC442E9869}">
      <dgm:prSet/>
      <dgm:spPr/>
      <dgm:t>
        <a:bodyPr/>
        <a:lstStyle/>
        <a:p>
          <a:endParaRPr lang="en-GB"/>
        </a:p>
      </dgm:t>
    </dgm:pt>
    <dgm:pt modelId="{A72EA0D2-5258-234F-B0FE-FD408BE2A844}">
      <dgm:prSet phldrT="[Text]"/>
      <dgm:spPr/>
      <dgm:t>
        <a:bodyPr/>
        <a:lstStyle/>
        <a:p>
          <a:r>
            <a:rPr lang="en-GB" dirty="0"/>
            <a:t>R2 Incentives, Policy &amp; Culture</a:t>
          </a:r>
        </a:p>
      </dgm:t>
    </dgm:pt>
    <dgm:pt modelId="{F57748C5-44B3-684E-AD72-1E9D7A3BF219}" type="parTrans" cxnId="{0D665007-6827-EE4D-A0F6-270333183C03}">
      <dgm:prSet/>
      <dgm:spPr/>
      <dgm:t>
        <a:bodyPr/>
        <a:lstStyle/>
        <a:p>
          <a:endParaRPr lang="en-GB"/>
        </a:p>
      </dgm:t>
    </dgm:pt>
    <dgm:pt modelId="{699E3515-2956-7E45-9AF7-134CE5A61B1C}" type="sibTrans" cxnId="{0D665007-6827-EE4D-A0F6-270333183C03}">
      <dgm:prSet/>
      <dgm:spPr/>
      <dgm:t>
        <a:bodyPr/>
        <a:lstStyle/>
        <a:p>
          <a:endParaRPr lang="en-GB"/>
        </a:p>
      </dgm:t>
    </dgm:pt>
    <dgm:pt modelId="{09BACA39-A108-DE4A-94CE-194AE5D0A08C}">
      <dgm:prSet phldrT="[Text]"/>
      <dgm:spPr/>
      <dgm:t>
        <a:bodyPr/>
        <a:lstStyle/>
        <a:p>
          <a:r>
            <a:rPr lang="en-GB" dirty="0"/>
            <a:t>R2.1 Responsible reproducibility metrics</a:t>
          </a:r>
        </a:p>
      </dgm:t>
    </dgm:pt>
    <dgm:pt modelId="{B532B875-8BB1-AB4B-AE7D-7D57019CF3CD}" type="parTrans" cxnId="{85D45936-3468-294A-8E7C-49894984C564}">
      <dgm:prSet/>
      <dgm:spPr/>
      <dgm:t>
        <a:bodyPr/>
        <a:lstStyle/>
        <a:p>
          <a:endParaRPr lang="en-GB"/>
        </a:p>
      </dgm:t>
    </dgm:pt>
    <dgm:pt modelId="{A1E04E59-856E-AB4D-B68B-B875C3E9524F}" type="sibTrans" cxnId="{85D45936-3468-294A-8E7C-49894984C564}">
      <dgm:prSet/>
      <dgm:spPr/>
      <dgm:t>
        <a:bodyPr/>
        <a:lstStyle/>
        <a:p>
          <a:endParaRPr lang="en-GB"/>
        </a:p>
      </dgm:t>
    </dgm:pt>
    <dgm:pt modelId="{CB5B2992-3014-B848-B8AD-02E989981546}">
      <dgm:prSet phldrT="[Text]"/>
      <dgm:spPr/>
      <dgm:t>
        <a:bodyPr/>
        <a:lstStyle/>
        <a:p>
          <a:r>
            <a:rPr lang="en-GB" dirty="0"/>
            <a:t>R3 Research &amp; Meta-Science</a:t>
          </a:r>
        </a:p>
      </dgm:t>
    </dgm:pt>
    <dgm:pt modelId="{D50AE9A2-2840-494E-A986-7009AB8032F8}" type="parTrans" cxnId="{AE1096A4-5EEA-6945-9C42-EDD92BD315D5}">
      <dgm:prSet/>
      <dgm:spPr/>
      <dgm:t>
        <a:bodyPr/>
        <a:lstStyle/>
        <a:p>
          <a:endParaRPr lang="en-GB"/>
        </a:p>
      </dgm:t>
    </dgm:pt>
    <dgm:pt modelId="{3C09969D-F8F5-1147-8ADD-760F2BBF1ADD}" type="sibTrans" cxnId="{AE1096A4-5EEA-6945-9C42-EDD92BD315D5}">
      <dgm:prSet/>
      <dgm:spPr/>
      <dgm:t>
        <a:bodyPr/>
        <a:lstStyle/>
        <a:p>
          <a:endParaRPr lang="en-GB"/>
        </a:p>
      </dgm:t>
    </dgm:pt>
    <dgm:pt modelId="{FD636BAE-53BF-8540-AC35-9A6FD9F82EC8}">
      <dgm:prSet phldrT="[Text]"/>
      <dgm:spPr/>
      <dgm:t>
        <a:bodyPr/>
        <a:lstStyle/>
        <a:p>
          <a:r>
            <a:rPr lang="en-GB"/>
            <a:t>R3.1 Training ecosystems &amp; networks</a:t>
          </a:r>
          <a:endParaRPr lang="en-GB" dirty="0"/>
        </a:p>
      </dgm:t>
    </dgm:pt>
    <dgm:pt modelId="{EE9F2582-507C-5B46-8D14-9751F8D7CF02}" type="parTrans" cxnId="{0ECBDC31-4C0D-F441-A781-496C73A97712}">
      <dgm:prSet/>
      <dgm:spPr/>
      <dgm:t>
        <a:bodyPr/>
        <a:lstStyle/>
        <a:p>
          <a:endParaRPr lang="en-GB"/>
        </a:p>
      </dgm:t>
    </dgm:pt>
    <dgm:pt modelId="{B307D65D-30F7-AF49-A0F4-C6FC563A1C83}" type="sibTrans" cxnId="{0ECBDC31-4C0D-F441-A781-496C73A97712}">
      <dgm:prSet/>
      <dgm:spPr/>
      <dgm:t>
        <a:bodyPr/>
        <a:lstStyle/>
        <a:p>
          <a:endParaRPr lang="en-GB"/>
        </a:p>
      </dgm:t>
    </dgm:pt>
    <dgm:pt modelId="{28A6A7C1-B727-264E-ADF7-6E125835F3F2}">
      <dgm:prSet phldrT="[Text]"/>
      <dgm:spPr/>
      <dgm:t>
        <a:bodyPr/>
        <a:lstStyle/>
        <a:p>
          <a:pPr>
            <a:buNone/>
          </a:pPr>
          <a:r>
            <a:rPr lang="en-GB" dirty="0"/>
            <a:t>R1.2 Standards for data re-use</a:t>
          </a:r>
        </a:p>
      </dgm:t>
    </dgm:pt>
    <dgm:pt modelId="{682B7010-0E05-2447-A1F1-926B24B8A9B2}" type="parTrans" cxnId="{2149E227-FAC9-5B48-9748-00FF12A7CC46}">
      <dgm:prSet/>
      <dgm:spPr/>
      <dgm:t>
        <a:bodyPr/>
        <a:lstStyle/>
        <a:p>
          <a:endParaRPr lang="en-GB"/>
        </a:p>
      </dgm:t>
    </dgm:pt>
    <dgm:pt modelId="{26311AC9-9427-6648-A84E-8C7B765200A3}" type="sibTrans" cxnId="{2149E227-FAC9-5B48-9748-00FF12A7CC46}">
      <dgm:prSet/>
      <dgm:spPr/>
      <dgm:t>
        <a:bodyPr/>
        <a:lstStyle/>
        <a:p>
          <a:endParaRPr lang="en-GB"/>
        </a:p>
      </dgm:t>
    </dgm:pt>
    <dgm:pt modelId="{CCF23AD3-C4E5-7048-BB92-D9EA68AFFE64}">
      <dgm:prSet phldrT="[Text]"/>
      <dgm:spPr/>
      <dgm:t>
        <a:bodyPr/>
        <a:lstStyle/>
        <a:p>
          <a:pPr>
            <a:buNone/>
          </a:pPr>
          <a:r>
            <a:rPr lang="en-GB" dirty="0"/>
            <a:t>R1.3 Persistent identifiers &amp; metadata</a:t>
          </a:r>
        </a:p>
      </dgm:t>
    </dgm:pt>
    <dgm:pt modelId="{639BB42B-F08C-5A4F-A5EC-829053666E41}" type="parTrans" cxnId="{A27B86F1-8712-034F-B6E8-A169A485E00D}">
      <dgm:prSet/>
      <dgm:spPr/>
      <dgm:t>
        <a:bodyPr/>
        <a:lstStyle/>
        <a:p>
          <a:endParaRPr lang="en-GB"/>
        </a:p>
      </dgm:t>
    </dgm:pt>
    <dgm:pt modelId="{4D54C508-E51F-374A-8881-C81FB4241961}" type="sibTrans" cxnId="{A27B86F1-8712-034F-B6E8-A169A485E00D}">
      <dgm:prSet/>
      <dgm:spPr/>
      <dgm:t>
        <a:bodyPr/>
        <a:lstStyle/>
        <a:p>
          <a:endParaRPr lang="en-GB"/>
        </a:p>
      </dgm:t>
    </dgm:pt>
    <dgm:pt modelId="{7F4F4FAC-44FA-C043-983E-78B91B45C2D4}">
      <dgm:prSet phldrT="[Text]"/>
      <dgm:spPr/>
      <dgm:t>
        <a:bodyPr/>
        <a:lstStyle/>
        <a:p>
          <a:r>
            <a:rPr lang="en-GB" dirty="0"/>
            <a:t>R2.2 Fund replication studies</a:t>
          </a:r>
        </a:p>
      </dgm:t>
    </dgm:pt>
    <dgm:pt modelId="{C3339656-AFF5-9247-AD4A-7804543EC0AE}" type="parTrans" cxnId="{5320404C-6885-A54C-AF72-F0896BCBC5C7}">
      <dgm:prSet/>
      <dgm:spPr/>
      <dgm:t>
        <a:bodyPr/>
        <a:lstStyle/>
        <a:p>
          <a:endParaRPr lang="en-GB"/>
        </a:p>
      </dgm:t>
    </dgm:pt>
    <dgm:pt modelId="{7CBF608F-6CC7-C840-BDF4-4D517D35326C}" type="sibTrans" cxnId="{5320404C-6885-A54C-AF72-F0896BCBC5C7}">
      <dgm:prSet/>
      <dgm:spPr/>
      <dgm:t>
        <a:bodyPr/>
        <a:lstStyle/>
        <a:p>
          <a:endParaRPr lang="en-GB"/>
        </a:p>
      </dgm:t>
    </dgm:pt>
    <dgm:pt modelId="{54CA721F-B3BD-1948-A570-F9B3A81378BE}">
      <dgm:prSet phldrT="[Text]"/>
      <dgm:spPr/>
      <dgm:t>
        <a:bodyPr/>
        <a:lstStyle/>
        <a:p>
          <a:r>
            <a:rPr lang="en-GB" dirty="0"/>
            <a:t>R3.2 Leadership &amp; researcher training</a:t>
          </a:r>
        </a:p>
      </dgm:t>
    </dgm:pt>
    <dgm:pt modelId="{F536BDE9-D0E2-7F4E-9C0E-8DE1FC288CAA}" type="parTrans" cxnId="{150412B5-AF49-F94F-985C-F388D063103B}">
      <dgm:prSet/>
      <dgm:spPr/>
      <dgm:t>
        <a:bodyPr/>
        <a:lstStyle/>
        <a:p>
          <a:endParaRPr lang="en-GB"/>
        </a:p>
      </dgm:t>
    </dgm:pt>
    <dgm:pt modelId="{82231C01-7B89-F041-B16A-B17B3F1BF892}" type="sibTrans" cxnId="{150412B5-AF49-F94F-985C-F388D063103B}">
      <dgm:prSet/>
      <dgm:spPr/>
      <dgm:t>
        <a:bodyPr/>
        <a:lstStyle/>
        <a:p>
          <a:endParaRPr lang="en-GB"/>
        </a:p>
      </dgm:t>
    </dgm:pt>
    <dgm:pt modelId="{6E6B638B-EFFE-2149-841E-5BE3E9773D32}">
      <dgm:prSet phldrT="[Text]"/>
      <dgm:spPr/>
      <dgm:t>
        <a:bodyPr/>
        <a:lstStyle/>
        <a:p>
          <a:r>
            <a:rPr lang="en-GB" dirty="0"/>
            <a:t>R3.3 Journal infrastructure capacity</a:t>
          </a:r>
        </a:p>
      </dgm:t>
    </dgm:pt>
    <dgm:pt modelId="{23B8D716-C588-1C46-A558-781DCF4F0DEE}" type="parTrans" cxnId="{87538BCB-04A7-D641-B0FA-7309C1162791}">
      <dgm:prSet/>
      <dgm:spPr/>
      <dgm:t>
        <a:bodyPr/>
        <a:lstStyle/>
        <a:p>
          <a:endParaRPr lang="en-GB"/>
        </a:p>
      </dgm:t>
    </dgm:pt>
    <dgm:pt modelId="{7FB94BCD-154B-9844-9583-45FC738F7412}" type="sibTrans" cxnId="{87538BCB-04A7-D641-B0FA-7309C1162791}">
      <dgm:prSet/>
      <dgm:spPr/>
      <dgm:t>
        <a:bodyPr/>
        <a:lstStyle/>
        <a:p>
          <a:endParaRPr lang="en-GB"/>
        </a:p>
      </dgm:t>
    </dgm:pt>
    <dgm:pt modelId="{022AE2A4-6625-0944-B33B-F2C740BEA5B0}">
      <dgm:prSet phldrT="[Text]"/>
      <dgm:spPr/>
      <dgm:t>
        <a:bodyPr/>
        <a:lstStyle/>
        <a:p>
          <a:r>
            <a:rPr lang="en-GB" dirty="0"/>
            <a:t>R4.2 Costs &amp; benefits of interventions</a:t>
          </a:r>
        </a:p>
      </dgm:t>
    </dgm:pt>
    <dgm:pt modelId="{3AF05707-891B-5E49-A41B-7762D0660C33}" type="parTrans" cxnId="{FA36C5F8-9E5F-1841-AE6E-728364023E9A}">
      <dgm:prSet/>
      <dgm:spPr/>
      <dgm:t>
        <a:bodyPr/>
        <a:lstStyle/>
        <a:p>
          <a:endParaRPr lang="en-GB"/>
        </a:p>
      </dgm:t>
    </dgm:pt>
    <dgm:pt modelId="{5C039455-07B5-614C-B4EF-CF5169A9E252}" type="sibTrans" cxnId="{FA36C5F8-9E5F-1841-AE6E-728364023E9A}">
      <dgm:prSet/>
      <dgm:spPr/>
      <dgm:t>
        <a:bodyPr/>
        <a:lstStyle/>
        <a:p>
          <a:endParaRPr lang="en-GB"/>
        </a:p>
      </dgm:t>
    </dgm:pt>
    <dgm:pt modelId="{023654AD-7D6F-934D-A15F-C9C8AE939827}">
      <dgm:prSet phldrT="[Text]"/>
      <dgm:spPr/>
      <dgm:t>
        <a:bodyPr/>
        <a:lstStyle/>
        <a:p>
          <a:r>
            <a:rPr lang="en-GB" dirty="0"/>
            <a:t>R4.3 Enable </a:t>
          </a:r>
          <a:r>
            <a:rPr lang="en-GB" dirty="0" err="1"/>
            <a:t>metaresearch</a:t>
          </a:r>
          <a:r>
            <a:rPr lang="en-GB" dirty="0"/>
            <a:t> workflows </a:t>
          </a:r>
        </a:p>
      </dgm:t>
    </dgm:pt>
    <dgm:pt modelId="{A49EDBE2-4B17-AA48-80DE-B8FDE46743FF}" type="parTrans" cxnId="{7847B569-862B-1C46-AFDC-944603A4E28D}">
      <dgm:prSet/>
      <dgm:spPr/>
      <dgm:t>
        <a:bodyPr/>
        <a:lstStyle/>
        <a:p>
          <a:endParaRPr lang="en-GB"/>
        </a:p>
      </dgm:t>
    </dgm:pt>
    <dgm:pt modelId="{05166AE0-6C12-3B4E-BAFD-63D487238293}" type="sibTrans" cxnId="{7847B569-862B-1C46-AFDC-944603A4E28D}">
      <dgm:prSet/>
      <dgm:spPr/>
      <dgm:t>
        <a:bodyPr/>
        <a:lstStyle/>
        <a:p>
          <a:endParaRPr lang="en-GB"/>
        </a:p>
      </dgm:t>
    </dgm:pt>
    <dgm:pt modelId="{F3C92ACE-F23F-A740-8D2B-5FAD4FAD5BAF}">
      <dgm:prSet phldrT="[Text]"/>
      <dgm:spPr/>
      <dgm:t>
        <a:bodyPr/>
        <a:lstStyle/>
        <a:p>
          <a:endParaRPr lang="en-GB" dirty="0"/>
        </a:p>
      </dgm:t>
    </dgm:pt>
    <dgm:pt modelId="{6B92CEC4-E059-3D47-8ABA-38E5F97EB8FC}" type="parTrans" cxnId="{BBC206C9-A4A1-B144-A125-F245433161F7}">
      <dgm:prSet/>
      <dgm:spPr/>
      <dgm:t>
        <a:bodyPr/>
        <a:lstStyle/>
        <a:p>
          <a:endParaRPr lang="en-GB"/>
        </a:p>
      </dgm:t>
    </dgm:pt>
    <dgm:pt modelId="{89E87BEB-41EA-224E-A772-9EBCB11D2916}" type="sibTrans" cxnId="{BBC206C9-A4A1-B144-A125-F245433161F7}">
      <dgm:prSet/>
      <dgm:spPr/>
      <dgm:t>
        <a:bodyPr/>
        <a:lstStyle/>
        <a:p>
          <a:endParaRPr lang="en-GB"/>
        </a:p>
      </dgm:t>
    </dgm:pt>
    <dgm:pt modelId="{04B267C3-BC81-F74D-AE00-159103C06DC5}">
      <dgm:prSet phldrT="[Text]"/>
      <dgm:spPr/>
      <dgm:t>
        <a:bodyPr/>
        <a:lstStyle/>
        <a:p>
          <a:endParaRPr lang="en-GB" dirty="0"/>
        </a:p>
      </dgm:t>
    </dgm:pt>
    <dgm:pt modelId="{B39465FB-8D41-B44E-A25B-502FD47FA303}" type="parTrans" cxnId="{A60DA124-8E47-E14D-9B30-DB84B2FB2BDA}">
      <dgm:prSet/>
      <dgm:spPr/>
      <dgm:t>
        <a:bodyPr/>
        <a:lstStyle/>
        <a:p>
          <a:endParaRPr lang="en-GB"/>
        </a:p>
      </dgm:t>
    </dgm:pt>
    <dgm:pt modelId="{20E32A4C-862F-0143-9EA0-C36A993587AC}" type="sibTrans" cxnId="{A60DA124-8E47-E14D-9B30-DB84B2FB2BDA}">
      <dgm:prSet/>
      <dgm:spPr/>
      <dgm:t>
        <a:bodyPr/>
        <a:lstStyle/>
        <a:p>
          <a:endParaRPr lang="en-GB"/>
        </a:p>
      </dgm:t>
    </dgm:pt>
    <dgm:pt modelId="{9E10E705-0AEA-D047-8BD4-F3377167E26E}" type="pres">
      <dgm:prSet presAssocID="{BF87A02C-B595-8440-B905-081CB89898D6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57B1D082-E3C9-924B-8A07-474A8E20E907}" type="pres">
      <dgm:prSet presAssocID="{BF87A02C-B595-8440-B905-081CB89898D6}" presName="children" presStyleCnt="0"/>
      <dgm:spPr/>
    </dgm:pt>
    <dgm:pt modelId="{C38D0477-DF5D-D74E-8723-63E1342C41DA}" type="pres">
      <dgm:prSet presAssocID="{BF87A02C-B595-8440-B905-081CB89898D6}" presName="child1group" presStyleCnt="0"/>
      <dgm:spPr/>
    </dgm:pt>
    <dgm:pt modelId="{A468AE74-4068-AE45-8B48-CC67EF38774D}" type="pres">
      <dgm:prSet presAssocID="{BF87A02C-B595-8440-B905-081CB89898D6}" presName="child1" presStyleLbl="bgAcc1" presStyleIdx="0" presStyleCnt="4" custScaleX="113388" custScaleY="110000"/>
      <dgm:spPr/>
    </dgm:pt>
    <dgm:pt modelId="{B4396AAB-84D7-ED4D-A81F-839E03A7FC7D}" type="pres">
      <dgm:prSet presAssocID="{BF87A02C-B595-8440-B905-081CB89898D6}" presName="child1Text" presStyleLbl="bgAcc1" presStyleIdx="0" presStyleCnt="4">
        <dgm:presLayoutVars>
          <dgm:bulletEnabled val="1"/>
        </dgm:presLayoutVars>
      </dgm:prSet>
      <dgm:spPr/>
    </dgm:pt>
    <dgm:pt modelId="{E3011ECE-4B1B-0C45-B182-056C6EAE02F5}" type="pres">
      <dgm:prSet presAssocID="{BF87A02C-B595-8440-B905-081CB89898D6}" presName="child2group" presStyleCnt="0"/>
      <dgm:spPr/>
    </dgm:pt>
    <dgm:pt modelId="{45709FB2-F18F-6044-934A-D78F0CBEBC88}" type="pres">
      <dgm:prSet presAssocID="{BF87A02C-B595-8440-B905-081CB89898D6}" presName="child2" presStyleLbl="bgAcc1" presStyleIdx="1" presStyleCnt="4" custScaleX="113388"/>
      <dgm:spPr/>
    </dgm:pt>
    <dgm:pt modelId="{FDE9C2BE-8922-4E4B-8FCF-96A3D3068525}" type="pres">
      <dgm:prSet presAssocID="{BF87A02C-B595-8440-B905-081CB89898D6}" presName="child2Text" presStyleLbl="bgAcc1" presStyleIdx="1" presStyleCnt="4">
        <dgm:presLayoutVars>
          <dgm:bulletEnabled val="1"/>
        </dgm:presLayoutVars>
      </dgm:prSet>
      <dgm:spPr/>
    </dgm:pt>
    <dgm:pt modelId="{9A8F6DF9-7008-5F41-9E58-08161DC136B1}" type="pres">
      <dgm:prSet presAssocID="{BF87A02C-B595-8440-B905-081CB89898D6}" presName="child3group" presStyleCnt="0"/>
      <dgm:spPr/>
    </dgm:pt>
    <dgm:pt modelId="{48089147-B256-B341-8A22-7320B68279F6}" type="pres">
      <dgm:prSet presAssocID="{BF87A02C-B595-8440-B905-081CB89898D6}" presName="child3" presStyleLbl="bgAcc1" presStyleIdx="2" presStyleCnt="4" custScaleX="113388" custScaleY="110000"/>
      <dgm:spPr/>
    </dgm:pt>
    <dgm:pt modelId="{80F36948-F777-3344-88AD-51750607F215}" type="pres">
      <dgm:prSet presAssocID="{BF87A02C-B595-8440-B905-081CB89898D6}" presName="child3Text" presStyleLbl="bgAcc1" presStyleIdx="2" presStyleCnt="4">
        <dgm:presLayoutVars>
          <dgm:bulletEnabled val="1"/>
        </dgm:presLayoutVars>
      </dgm:prSet>
      <dgm:spPr/>
    </dgm:pt>
    <dgm:pt modelId="{FEE90767-9CEA-E54B-8DC9-2F1017A0646B}" type="pres">
      <dgm:prSet presAssocID="{BF87A02C-B595-8440-B905-081CB89898D6}" presName="child4group" presStyleCnt="0"/>
      <dgm:spPr/>
    </dgm:pt>
    <dgm:pt modelId="{15029A57-8841-8D40-ABDE-F6108B18284A}" type="pres">
      <dgm:prSet presAssocID="{BF87A02C-B595-8440-B905-081CB89898D6}" presName="child4" presStyleLbl="bgAcc1" presStyleIdx="3" presStyleCnt="4" custScaleX="113388" custScaleY="110000"/>
      <dgm:spPr/>
    </dgm:pt>
    <dgm:pt modelId="{DF64A3AA-2155-D642-9880-7E6B24E7413B}" type="pres">
      <dgm:prSet presAssocID="{BF87A02C-B595-8440-B905-081CB89898D6}" presName="child4Text" presStyleLbl="bgAcc1" presStyleIdx="3" presStyleCnt="4">
        <dgm:presLayoutVars>
          <dgm:bulletEnabled val="1"/>
        </dgm:presLayoutVars>
      </dgm:prSet>
      <dgm:spPr/>
    </dgm:pt>
    <dgm:pt modelId="{3B960ED9-BCC1-F842-B966-DAB63932EDE7}" type="pres">
      <dgm:prSet presAssocID="{BF87A02C-B595-8440-B905-081CB89898D6}" presName="childPlaceholder" presStyleCnt="0"/>
      <dgm:spPr/>
    </dgm:pt>
    <dgm:pt modelId="{F007C25E-A4CE-B048-A6A8-EE2FC57892F3}" type="pres">
      <dgm:prSet presAssocID="{BF87A02C-B595-8440-B905-081CB89898D6}" presName="circle" presStyleCnt="0"/>
      <dgm:spPr/>
    </dgm:pt>
    <dgm:pt modelId="{46EAC2F5-57EA-E24E-A5AD-6BF6D089F496}" type="pres">
      <dgm:prSet presAssocID="{BF87A02C-B595-8440-B905-081CB89898D6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4EB06408-FECC-9046-81FA-8D711F7E7697}" type="pres">
      <dgm:prSet presAssocID="{BF87A02C-B595-8440-B905-081CB89898D6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54DF6DC-D93E-5048-9164-5D8E24900DC4}" type="pres">
      <dgm:prSet presAssocID="{BF87A02C-B595-8440-B905-081CB89898D6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A15B79AD-D0F8-6840-9859-2AADDF2288CD}" type="pres">
      <dgm:prSet presAssocID="{BF87A02C-B595-8440-B905-081CB89898D6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7C4E9D98-3434-BE4F-8229-BFE2F8648794}" type="pres">
      <dgm:prSet presAssocID="{BF87A02C-B595-8440-B905-081CB89898D6}" presName="quadrantPlaceholder" presStyleCnt="0"/>
      <dgm:spPr/>
    </dgm:pt>
    <dgm:pt modelId="{3B48971E-C411-3245-B305-F86D4737E4AC}" type="pres">
      <dgm:prSet presAssocID="{BF87A02C-B595-8440-B905-081CB89898D6}" presName="center1" presStyleLbl="fgShp" presStyleIdx="0" presStyleCnt="2"/>
      <dgm:spPr/>
    </dgm:pt>
    <dgm:pt modelId="{370A28C4-DECF-0A47-9D82-54936ACCE02E}" type="pres">
      <dgm:prSet presAssocID="{BF87A02C-B595-8440-B905-081CB89898D6}" presName="center2" presStyleLbl="fgShp" presStyleIdx="1" presStyleCnt="2"/>
      <dgm:spPr/>
    </dgm:pt>
  </dgm:ptLst>
  <dgm:cxnLst>
    <dgm:cxn modelId="{0D665007-6827-EE4D-A0F6-270333183C03}" srcId="{BF87A02C-B595-8440-B905-081CB89898D6}" destId="{A72EA0D2-5258-234F-B0FE-FD408BE2A844}" srcOrd="2" destOrd="0" parTransId="{F57748C5-44B3-684E-AD72-1E9D7A3BF219}" sibTransId="{699E3515-2956-7E45-9AF7-134CE5A61B1C}"/>
    <dgm:cxn modelId="{79FA220B-CE26-954F-8BF8-3616D04EB9E3}" type="presOf" srcId="{7F4F4FAC-44FA-C043-983E-78B91B45C2D4}" destId="{80F36948-F777-3344-88AD-51750607F215}" srcOrd="1" destOrd="3" presId="urn:microsoft.com/office/officeart/2005/8/layout/cycle4"/>
    <dgm:cxn modelId="{2BE7620B-54F5-264B-B938-961AA7083E01}" type="presOf" srcId="{04B267C3-BC81-F74D-AE00-159103C06DC5}" destId="{80F36948-F777-3344-88AD-51750607F215}" srcOrd="1" destOrd="1" presId="urn:microsoft.com/office/officeart/2005/8/layout/cycle4"/>
    <dgm:cxn modelId="{BDFED118-4867-064B-928B-63782F86550C}" type="presOf" srcId="{73C18AA5-189E-0C45-AB37-DF1F27EEC262}" destId="{B4396AAB-84D7-ED4D-A81F-839E03A7FC7D}" srcOrd="1" destOrd="0" presId="urn:microsoft.com/office/officeart/2005/8/layout/cycle4"/>
    <dgm:cxn modelId="{22EC9C19-E070-3548-9AC8-63AC48E82452}" type="presOf" srcId="{A1E693B5-B393-F942-9A31-2279274602B5}" destId="{46EAC2F5-57EA-E24E-A5AD-6BF6D089F496}" srcOrd="0" destOrd="0" presId="urn:microsoft.com/office/officeart/2005/8/layout/cycle4"/>
    <dgm:cxn modelId="{0260631C-D080-6E43-9494-55C9BE4894CC}" type="presOf" srcId="{022AE2A4-6625-0944-B33B-F2C740BEA5B0}" destId="{B4396AAB-84D7-ED4D-A81F-839E03A7FC7D}" srcOrd="1" destOrd="1" presId="urn:microsoft.com/office/officeart/2005/8/layout/cycle4"/>
    <dgm:cxn modelId="{9F5F5E1F-1669-ED47-8468-ED41E39F45AB}" type="presOf" srcId="{CCF23AD3-C4E5-7048-BB92-D9EA68AFFE64}" destId="{FDE9C2BE-8922-4E4B-8FCF-96A3D3068525}" srcOrd="1" destOrd="2" presId="urn:microsoft.com/office/officeart/2005/8/layout/cycle4"/>
    <dgm:cxn modelId="{A60DA124-8E47-E14D-9B30-DB84B2FB2BDA}" srcId="{A72EA0D2-5258-234F-B0FE-FD408BE2A844}" destId="{04B267C3-BC81-F74D-AE00-159103C06DC5}" srcOrd="1" destOrd="0" parTransId="{B39465FB-8D41-B44E-A25B-502FD47FA303}" sibTransId="{20E32A4C-862F-0143-9EA0-C36A993587AC}"/>
    <dgm:cxn modelId="{546EDC24-56D8-4E4C-8404-D6EB56A0BBDD}" type="presOf" srcId="{7E8F1A95-8563-0041-9BA3-9641EEFA7FE8}" destId="{45709FB2-F18F-6044-934A-D78F0CBEBC88}" srcOrd="0" destOrd="0" presId="urn:microsoft.com/office/officeart/2005/8/layout/cycle4"/>
    <dgm:cxn modelId="{2149E227-FAC9-5B48-9748-00FF12A7CC46}" srcId="{75530584-CCBE-BB44-B02F-5EBD801BA435}" destId="{28A6A7C1-B727-264E-ADF7-6E125835F3F2}" srcOrd="1" destOrd="0" parTransId="{682B7010-0E05-2447-A1F1-926B24B8A9B2}" sibTransId="{26311AC9-9427-6648-A84E-8C7B765200A3}"/>
    <dgm:cxn modelId="{0564B628-E87F-2846-A4C0-EBE7EF09AD44}" type="presOf" srcId="{6E6B638B-EFFE-2149-841E-5BE3E9773D32}" destId="{DF64A3AA-2155-D642-9880-7E6B24E7413B}" srcOrd="1" destOrd="2" presId="urn:microsoft.com/office/officeart/2005/8/layout/cycle4"/>
    <dgm:cxn modelId="{0ECBDC31-4C0D-F441-A781-496C73A97712}" srcId="{CB5B2992-3014-B848-B8AD-02E989981546}" destId="{FD636BAE-53BF-8540-AC35-9A6FD9F82EC8}" srcOrd="0" destOrd="0" parTransId="{EE9F2582-507C-5B46-8D14-9751F8D7CF02}" sibTransId="{B307D65D-30F7-AF49-A0F4-C6FC563A1C83}"/>
    <dgm:cxn modelId="{85D45936-3468-294A-8E7C-49894984C564}" srcId="{A72EA0D2-5258-234F-B0FE-FD408BE2A844}" destId="{09BACA39-A108-DE4A-94CE-194AE5D0A08C}" srcOrd="2" destOrd="0" parTransId="{B532B875-8BB1-AB4B-AE7D-7D57019CF3CD}" sibTransId="{A1E04E59-856E-AB4D-B68B-B875C3E9524F}"/>
    <dgm:cxn modelId="{8C2BD83B-8C2E-0740-8DB2-4F68871925FB}" type="presOf" srcId="{73C18AA5-189E-0C45-AB37-DF1F27EEC262}" destId="{A468AE74-4068-AE45-8B48-CC67EF38774D}" srcOrd="0" destOrd="0" presId="urn:microsoft.com/office/officeart/2005/8/layout/cycle4"/>
    <dgm:cxn modelId="{72864A3D-894F-E447-AD4A-1CFD0A39050A}" type="presOf" srcId="{09BACA39-A108-DE4A-94CE-194AE5D0A08C}" destId="{48089147-B256-B341-8A22-7320B68279F6}" srcOrd="0" destOrd="2" presId="urn:microsoft.com/office/officeart/2005/8/layout/cycle4"/>
    <dgm:cxn modelId="{5320404C-6885-A54C-AF72-F0896BCBC5C7}" srcId="{A72EA0D2-5258-234F-B0FE-FD408BE2A844}" destId="{7F4F4FAC-44FA-C043-983E-78B91B45C2D4}" srcOrd="3" destOrd="0" parTransId="{C3339656-AFF5-9247-AD4A-7804543EC0AE}" sibTransId="{7CBF608F-6CC7-C840-BDF4-4D517D35326C}"/>
    <dgm:cxn modelId="{5FEF1650-B3E5-D149-8037-E4C40333D26D}" type="presOf" srcId="{75530584-CCBE-BB44-B02F-5EBD801BA435}" destId="{4EB06408-FECC-9046-81FA-8D711F7E7697}" srcOrd="0" destOrd="0" presId="urn:microsoft.com/office/officeart/2005/8/layout/cycle4"/>
    <dgm:cxn modelId="{B5841852-D164-5B42-8EED-F0F3EE5E32D3}" type="presOf" srcId="{FD636BAE-53BF-8540-AC35-9A6FD9F82EC8}" destId="{15029A57-8841-8D40-ABDE-F6108B18284A}" srcOrd="0" destOrd="0" presId="urn:microsoft.com/office/officeart/2005/8/layout/cycle4"/>
    <dgm:cxn modelId="{E2735857-2A4E-004D-8E86-2B493C8905DC}" type="presOf" srcId="{FD636BAE-53BF-8540-AC35-9A6FD9F82EC8}" destId="{DF64A3AA-2155-D642-9880-7E6B24E7413B}" srcOrd="1" destOrd="0" presId="urn:microsoft.com/office/officeart/2005/8/layout/cycle4"/>
    <dgm:cxn modelId="{E7C36158-2328-8349-8419-06F7A6E2AB33}" type="presOf" srcId="{F3C92ACE-F23F-A740-8D2B-5FAD4FAD5BAF}" destId="{80F36948-F777-3344-88AD-51750607F215}" srcOrd="1" destOrd="0" presId="urn:microsoft.com/office/officeart/2005/8/layout/cycle4"/>
    <dgm:cxn modelId="{AEFBDC5A-2D41-5646-AB9C-626B9622162D}" type="presOf" srcId="{28A6A7C1-B727-264E-ADF7-6E125835F3F2}" destId="{FDE9C2BE-8922-4E4B-8FCF-96A3D3068525}" srcOrd="1" destOrd="1" presId="urn:microsoft.com/office/officeart/2005/8/layout/cycle4"/>
    <dgm:cxn modelId="{2CB2B862-7BE3-624D-9694-69409BB6DCF4}" type="presOf" srcId="{6E6B638B-EFFE-2149-841E-5BE3E9773D32}" destId="{15029A57-8841-8D40-ABDE-F6108B18284A}" srcOrd="0" destOrd="2" presId="urn:microsoft.com/office/officeart/2005/8/layout/cycle4"/>
    <dgm:cxn modelId="{7847B569-862B-1C46-AFDC-944603A4E28D}" srcId="{A1E693B5-B393-F942-9A31-2279274602B5}" destId="{023654AD-7D6F-934D-A15F-C9C8AE939827}" srcOrd="2" destOrd="0" parTransId="{A49EDBE2-4B17-AA48-80DE-B8FDE46743FF}" sibTransId="{05166AE0-6C12-3B4E-BAFD-63D487238293}"/>
    <dgm:cxn modelId="{55CB9C6A-2EE9-4F48-8E2D-025C06613E10}" srcId="{A1E693B5-B393-F942-9A31-2279274602B5}" destId="{73C18AA5-189E-0C45-AB37-DF1F27EEC262}" srcOrd="0" destOrd="0" parTransId="{216DBCE6-CE58-5F4A-87FB-D9C9E17F180F}" sibTransId="{2B275008-D434-E24B-99C2-F31EF3E9D09E}"/>
    <dgm:cxn modelId="{2E315B6B-A052-DD4E-89FF-1412C3F219B8}" type="presOf" srcId="{CCF23AD3-C4E5-7048-BB92-D9EA68AFFE64}" destId="{45709FB2-F18F-6044-934A-D78F0CBEBC88}" srcOrd="0" destOrd="2" presId="urn:microsoft.com/office/officeart/2005/8/layout/cycle4"/>
    <dgm:cxn modelId="{AD513B80-613A-4146-ADB9-DCD7A287D555}" type="presOf" srcId="{7E8F1A95-8563-0041-9BA3-9641EEFA7FE8}" destId="{FDE9C2BE-8922-4E4B-8FCF-96A3D3068525}" srcOrd="1" destOrd="0" presId="urn:microsoft.com/office/officeart/2005/8/layout/cycle4"/>
    <dgm:cxn modelId="{C78A6595-897A-B844-B741-8F60C46C317C}" type="presOf" srcId="{CB5B2992-3014-B848-B8AD-02E989981546}" destId="{A15B79AD-D0F8-6840-9859-2AADDF2288CD}" srcOrd="0" destOrd="0" presId="urn:microsoft.com/office/officeart/2005/8/layout/cycle4"/>
    <dgm:cxn modelId="{2A9AA996-85BB-8644-B7F4-19FA155C4B07}" type="presOf" srcId="{7F4F4FAC-44FA-C043-983E-78B91B45C2D4}" destId="{48089147-B256-B341-8A22-7320B68279F6}" srcOrd="0" destOrd="3" presId="urn:microsoft.com/office/officeart/2005/8/layout/cycle4"/>
    <dgm:cxn modelId="{A99B449C-A1E7-5D45-BC26-2CD27A7591D5}" type="presOf" srcId="{023654AD-7D6F-934D-A15F-C9C8AE939827}" destId="{B4396AAB-84D7-ED4D-A81F-839E03A7FC7D}" srcOrd="1" destOrd="2" presId="urn:microsoft.com/office/officeart/2005/8/layout/cycle4"/>
    <dgm:cxn modelId="{AE1096A4-5EEA-6945-9C42-EDD92BD315D5}" srcId="{BF87A02C-B595-8440-B905-081CB89898D6}" destId="{CB5B2992-3014-B848-B8AD-02E989981546}" srcOrd="3" destOrd="0" parTransId="{D50AE9A2-2840-494E-A986-7009AB8032F8}" sibTransId="{3C09969D-F8F5-1147-8ADD-760F2BBF1ADD}"/>
    <dgm:cxn modelId="{11AD17A7-8B90-D140-B8A3-83319AD6F17D}" srcId="{BF87A02C-B595-8440-B905-081CB89898D6}" destId="{A1E693B5-B393-F942-9A31-2279274602B5}" srcOrd="0" destOrd="0" parTransId="{74460B84-70F5-7447-B74C-A66522ACF928}" sibTransId="{AEE026F2-BE3C-1840-AC32-4FC6C39F7E31}"/>
    <dgm:cxn modelId="{150412B5-AF49-F94F-985C-F388D063103B}" srcId="{CB5B2992-3014-B848-B8AD-02E989981546}" destId="{54CA721F-B3BD-1948-A570-F9B3A81378BE}" srcOrd="1" destOrd="0" parTransId="{F536BDE9-D0E2-7F4E-9C0E-8DE1FC288CAA}" sibTransId="{82231C01-7B89-F041-B16A-B17B3F1BF892}"/>
    <dgm:cxn modelId="{BCAB59BC-0D4E-3845-9F28-627A44BB0C89}" type="presOf" srcId="{F3C92ACE-F23F-A740-8D2B-5FAD4FAD5BAF}" destId="{48089147-B256-B341-8A22-7320B68279F6}" srcOrd="0" destOrd="0" presId="urn:microsoft.com/office/officeart/2005/8/layout/cycle4"/>
    <dgm:cxn modelId="{193685C7-A010-6A4D-B76D-298D65DB7C55}" type="presOf" srcId="{09BACA39-A108-DE4A-94CE-194AE5D0A08C}" destId="{80F36948-F777-3344-88AD-51750607F215}" srcOrd="1" destOrd="2" presId="urn:microsoft.com/office/officeart/2005/8/layout/cycle4"/>
    <dgm:cxn modelId="{670411C8-D45B-604A-8AB6-0BACF3AF3BCB}" type="presOf" srcId="{28A6A7C1-B727-264E-ADF7-6E125835F3F2}" destId="{45709FB2-F18F-6044-934A-D78F0CBEBC88}" srcOrd="0" destOrd="1" presId="urn:microsoft.com/office/officeart/2005/8/layout/cycle4"/>
    <dgm:cxn modelId="{BBC206C9-A4A1-B144-A125-F245433161F7}" srcId="{A72EA0D2-5258-234F-B0FE-FD408BE2A844}" destId="{F3C92ACE-F23F-A740-8D2B-5FAD4FAD5BAF}" srcOrd="0" destOrd="0" parTransId="{6B92CEC4-E059-3D47-8ABA-38E5F97EB8FC}" sibTransId="{89E87BEB-41EA-224E-A772-9EBCB11D2916}"/>
    <dgm:cxn modelId="{5D4062CA-2729-EF44-85AF-D2479892A868}" type="presOf" srcId="{54CA721F-B3BD-1948-A570-F9B3A81378BE}" destId="{15029A57-8841-8D40-ABDE-F6108B18284A}" srcOrd="0" destOrd="1" presId="urn:microsoft.com/office/officeart/2005/8/layout/cycle4"/>
    <dgm:cxn modelId="{87538BCB-04A7-D641-B0FA-7309C1162791}" srcId="{CB5B2992-3014-B848-B8AD-02E989981546}" destId="{6E6B638B-EFFE-2149-841E-5BE3E9773D32}" srcOrd="2" destOrd="0" parTransId="{23B8D716-C588-1C46-A558-781DCF4F0DEE}" sibTransId="{7FB94BCD-154B-9844-9583-45FC738F7412}"/>
    <dgm:cxn modelId="{2300AED2-B090-9A47-9BC5-5B7AB898E8AA}" srcId="{BF87A02C-B595-8440-B905-081CB89898D6}" destId="{75530584-CCBE-BB44-B02F-5EBD801BA435}" srcOrd="1" destOrd="0" parTransId="{9C47F1B3-7A5E-EC47-8974-216516FE6B1B}" sibTransId="{E68E072F-857A-D447-BDDD-EC447DD01743}"/>
    <dgm:cxn modelId="{305E13D4-9983-544E-AED6-A3BF8A33D293}" type="presOf" srcId="{54CA721F-B3BD-1948-A570-F9B3A81378BE}" destId="{DF64A3AA-2155-D642-9880-7E6B24E7413B}" srcOrd="1" destOrd="1" presId="urn:microsoft.com/office/officeart/2005/8/layout/cycle4"/>
    <dgm:cxn modelId="{C41C3AD5-5799-EF49-80A1-88050AE409A6}" type="presOf" srcId="{A72EA0D2-5258-234F-B0FE-FD408BE2A844}" destId="{254DF6DC-D93E-5048-9164-5D8E24900DC4}" srcOrd="0" destOrd="0" presId="urn:microsoft.com/office/officeart/2005/8/layout/cycle4"/>
    <dgm:cxn modelId="{51AA25DA-1997-2441-9776-9A5EA0A8FD05}" type="presOf" srcId="{022AE2A4-6625-0944-B33B-F2C740BEA5B0}" destId="{A468AE74-4068-AE45-8B48-CC67EF38774D}" srcOrd="0" destOrd="1" presId="urn:microsoft.com/office/officeart/2005/8/layout/cycle4"/>
    <dgm:cxn modelId="{3C33C9E9-D1A1-2E48-8A38-C3361F86C5F8}" type="presOf" srcId="{023654AD-7D6F-934D-A15F-C9C8AE939827}" destId="{A468AE74-4068-AE45-8B48-CC67EF38774D}" srcOrd="0" destOrd="2" presId="urn:microsoft.com/office/officeart/2005/8/layout/cycle4"/>
    <dgm:cxn modelId="{FE5738EA-D6EA-E543-812E-79CF57AADFE3}" type="presOf" srcId="{04B267C3-BC81-F74D-AE00-159103C06DC5}" destId="{48089147-B256-B341-8A22-7320B68279F6}" srcOrd="0" destOrd="1" presId="urn:microsoft.com/office/officeart/2005/8/layout/cycle4"/>
    <dgm:cxn modelId="{A27B86F1-8712-034F-B6E8-A169A485E00D}" srcId="{75530584-CCBE-BB44-B02F-5EBD801BA435}" destId="{CCF23AD3-C4E5-7048-BB92-D9EA68AFFE64}" srcOrd="2" destOrd="0" parTransId="{639BB42B-F08C-5A4F-A5EC-829053666E41}" sibTransId="{4D54C508-E51F-374A-8881-C81FB4241961}"/>
    <dgm:cxn modelId="{D01F2DF6-E5C2-8646-885E-18DC442E9869}" srcId="{75530584-CCBE-BB44-B02F-5EBD801BA435}" destId="{7E8F1A95-8563-0041-9BA3-9641EEFA7FE8}" srcOrd="0" destOrd="0" parTransId="{744C9EEC-1ECE-964D-BAE3-2F2FA2E7E73B}" sibTransId="{16E58CD9-A227-3E49-B4B2-CD557F489239}"/>
    <dgm:cxn modelId="{FA36C5F8-9E5F-1841-AE6E-728364023E9A}" srcId="{A1E693B5-B393-F942-9A31-2279274602B5}" destId="{022AE2A4-6625-0944-B33B-F2C740BEA5B0}" srcOrd="1" destOrd="0" parTransId="{3AF05707-891B-5E49-A41B-7762D0660C33}" sibTransId="{5C039455-07B5-614C-B4EF-CF5169A9E252}"/>
    <dgm:cxn modelId="{263622FB-EADB-D14B-94E7-DA02F163F94A}" type="presOf" srcId="{BF87A02C-B595-8440-B905-081CB89898D6}" destId="{9E10E705-0AEA-D047-8BD4-F3377167E26E}" srcOrd="0" destOrd="0" presId="urn:microsoft.com/office/officeart/2005/8/layout/cycle4"/>
    <dgm:cxn modelId="{9D1BFF2A-2FC6-3348-BCF5-B5F49D372080}" type="presParOf" srcId="{9E10E705-0AEA-D047-8BD4-F3377167E26E}" destId="{57B1D082-E3C9-924B-8A07-474A8E20E907}" srcOrd="0" destOrd="0" presId="urn:microsoft.com/office/officeart/2005/8/layout/cycle4"/>
    <dgm:cxn modelId="{995EB763-8081-1D43-AFBB-09AEEB8E0FB6}" type="presParOf" srcId="{57B1D082-E3C9-924B-8A07-474A8E20E907}" destId="{C38D0477-DF5D-D74E-8723-63E1342C41DA}" srcOrd="0" destOrd="0" presId="urn:microsoft.com/office/officeart/2005/8/layout/cycle4"/>
    <dgm:cxn modelId="{3EE94A9B-55BD-CC46-9444-D86BC86DC0A0}" type="presParOf" srcId="{C38D0477-DF5D-D74E-8723-63E1342C41DA}" destId="{A468AE74-4068-AE45-8B48-CC67EF38774D}" srcOrd="0" destOrd="0" presId="urn:microsoft.com/office/officeart/2005/8/layout/cycle4"/>
    <dgm:cxn modelId="{306DBB9A-4E5A-E846-87E1-B8631351C4DE}" type="presParOf" srcId="{C38D0477-DF5D-D74E-8723-63E1342C41DA}" destId="{B4396AAB-84D7-ED4D-A81F-839E03A7FC7D}" srcOrd="1" destOrd="0" presId="urn:microsoft.com/office/officeart/2005/8/layout/cycle4"/>
    <dgm:cxn modelId="{5B186FF6-6375-9041-8D78-1695A4199A23}" type="presParOf" srcId="{57B1D082-E3C9-924B-8A07-474A8E20E907}" destId="{E3011ECE-4B1B-0C45-B182-056C6EAE02F5}" srcOrd="1" destOrd="0" presId="urn:microsoft.com/office/officeart/2005/8/layout/cycle4"/>
    <dgm:cxn modelId="{B3C89DA0-B505-C34F-821F-994271FE1698}" type="presParOf" srcId="{E3011ECE-4B1B-0C45-B182-056C6EAE02F5}" destId="{45709FB2-F18F-6044-934A-D78F0CBEBC88}" srcOrd="0" destOrd="0" presId="urn:microsoft.com/office/officeart/2005/8/layout/cycle4"/>
    <dgm:cxn modelId="{A92A8E80-A3CB-394C-BD60-B479829A844C}" type="presParOf" srcId="{E3011ECE-4B1B-0C45-B182-056C6EAE02F5}" destId="{FDE9C2BE-8922-4E4B-8FCF-96A3D3068525}" srcOrd="1" destOrd="0" presId="urn:microsoft.com/office/officeart/2005/8/layout/cycle4"/>
    <dgm:cxn modelId="{830F0144-84D7-8F43-A6BE-F42BE3EC6CB4}" type="presParOf" srcId="{57B1D082-E3C9-924B-8A07-474A8E20E907}" destId="{9A8F6DF9-7008-5F41-9E58-08161DC136B1}" srcOrd="2" destOrd="0" presId="urn:microsoft.com/office/officeart/2005/8/layout/cycle4"/>
    <dgm:cxn modelId="{AEE1E609-310D-C84F-A903-8E58629F53CF}" type="presParOf" srcId="{9A8F6DF9-7008-5F41-9E58-08161DC136B1}" destId="{48089147-B256-B341-8A22-7320B68279F6}" srcOrd="0" destOrd="0" presId="urn:microsoft.com/office/officeart/2005/8/layout/cycle4"/>
    <dgm:cxn modelId="{9437370C-E195-C644-8587-E52B856C85F9}" type="presParOf" srcId="{9A8F6DF9-7008-5F41-9E58-08161DC136B1}" destId="{80F36948-F777-3344-88AD-51750607F215}" srcOrd="1" destOrd="0" presId="urn:microsoft.com/office/officeart/2005/8/layout/cycle4"/>
    <dgm:cxn modelId="{055E1A9F-1E0D-F949-9727-F11E88B08AC8}" type="presParOf" srcId="{57B1D082-E3C9-924B-8A07-474A8E20E907}" destId="{FEE90767-9CEA-E54B-8DC9-2F1017A0646B}" srcOrd="3" destOrd="0" presId="urn:microsoft.com/office/officeart/2005/8/layout/cycle4"/>
    <dgm:cxn modelId="{5F83E63B-9081-D649-969A-5F9FE0742892}" type="presParOf" srcId="{FEE90767-9CEA-E54B-8DC9-2F1017A0646B}" destId="{15029A57-8841-8D40-ABDE-F6108B18284A}" srcOrd="0" destOrd="0" presId="urn:microsoft.com/office/officeart/2005/8/layout/cycle4"/>
    <dgm:cxn modelId="{99EFD3E3-CF76-F141-A0C3-9EA6F112C70E}" type="presParOf" srcId="{FEE90767-9CEA-E54B-8DC9-2F1017A0646B}" destId="{DF64A3AA-2155-D642-9880-7E6B24E7413B}" srcOrd="1" destOrd="0" presId="urn:microsoft.com/office/officeart/2005/8/layout/cycle4"/>
    <dgm:cxn modelId="{3B50588B-08DC-D145-9EB0-1BEC3160D399}" type="presParOf" srcId="{57B1D082-E3C9-924B-8A07-474A8E20E907}" destId="{3B960ED9-BCC1-F842-B966-DAB63932EDE7}" srcOrd="4" destOrd="0" presId="urn:microsoft.com/office/officeart/2005/8/layout/cycle4"/>
    <dgm:cxn modelId="{0827CF5C-FCF4-E442-9DDB-527A130DFAAE}" type="presParOf" srcId="{9E10E705-0AEA-D047-8BD4-F3377167E26E}" destId="{F007C25E-A4CE-B048-A6A8-EE2FC57892F3}" srcOrd="1" destOrd="0" presId="urn:microsoft.com/office/officeart/2005/8/layout/cycle4"/>
    <dgm:cxn modelId="{12D8879C-CA02-174B-A646-211E25B88456}" type="presParOf" srcId="{F007C25E-A4CE-B048-A6A8-EE2FC57892F3}" destId="{46EAC2F5-57EA-E24E-A5AD-6BF6D089F496}" srcOrd="0" destOrd="0" presId="urn:microsoft.com/office/officeart/2005/8/layout/cycle4"/>
    <dgm:cxn modelId="{4D0BE8CB-F40C-E142-A161-C9C1DA77AC2F}" type="presParOf" srcId="{F007C25E-A4CE-B048-A6A8-EE2FC57892F3}" destId="{4EB06408-FECC-9046-81FA-8D711F7E7697}" srcOrd="1" destOrd="0" presId="urn:microsoft.com/office/officeart/2005/8/layout/cycle4"/>
    <dgm:cxn modelId="{0ECC077A-F9EB-4342-A67B-2951D381578E}" type="presParOf" srcId="{F007C25E-A4CE-B048-A6A8-EE2FC57892F3}" destId="{254DF6DC-D93E-5048-9164-5D8E24900DC4}" srcOrd="2" destOrd="0" presId="urn:microsoft.com/office/officeart/2005/8/layout/cycle4"/>
    <dgm:cxn modelId="{83FCA989-CC03-A34A-B119-592C9CE95557}" type="presParOf" srcId="{F007C25E-A4CE-B048-A6A8-EE2FC57892F3}" destId="{A15B79AD-D0F8-6840-9859-2AADDF2288CD}" srcOrd="3" destOrd="0" presId="urn:microsoft.com/office/officeart/2005/8/layout/cycle4"/>
    <dgm:cxn modelId="{8330285E-4DA7-2C40-8977-4DA3BDD1EDF9}" type="presParOf" srcId="{F007C25E-A4CE-B048-A6A8-EE2FC57892F3}" destId="{7C4E9D98-3434-BE4F-8229-BFE2F8648794}" srcOrd="4" destOrd="0" presId="urn:microsoft.com/office/officeart/2005/8/layout/cycle4"/>
    <dgm:cxn modelId="{A4D3F677-84C5-0244-AC67-D84707EE73F5}" type="presParOf" srcId="{9E10E705-0AEA-D047-8BD4-F3377167E26E}" destId="{3B48971E-C411-3245-B305-F86D4737E4AC}" srcOrd="2" destOrd="0" presId="urn:microsoft.com/office/officeart/2005/8/layout/cycle4"/>
    <dgm:cxn modelId="{00F97433-E0DB-0A4B-B367-5D827B989FB4}" type="presParOf" srcId="{9E10E705-0AEA-D047-8BD4-F3377167E26E}" destId="{370A28C4-DECF-0A47-9D82-54936ACCE02E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089147-B256-B341-8A22-7320B68279F6}">
      <dsp:nvSpPr>
        <dsp:cNvPr id="0" name=""/>
        <dsp:cNvSpPr/>
      </dsp:nvSpPr>
      <dsp:spPr>
        <a:xfrm>
          <a:off x="8782265" y="4352881"/>
          <a:ext cx="3672001" cy="2307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R2.1 Responsible reproducibility metrics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R2.2 Fund replication studies</a:t>
          </a:r>
        </a:p>
      </dsp:txBody>
      <dsp:txXfrm>
        <a:off x="9934554" y="4980458"/>
        <a:ext cx="2469023" cy="1629285"/>
      </dsp:txXfrm>
    </dsp:sp>
    <dsp:sp modelId="{15029A57-8841-8D40-ABDE-F6108B18284A}">
      <dsp:nvSpPr>
        <dsp:cNvPr id="0" name=""/>
        <dsp:cNvSpPr/>
      </dsp:nvSpPr>
      <dsp:spPr>
        <a:xfrm>
          <a:off x="3498496" y="4352881"/>
          <a:ext cx="3672001" cy="2307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R3.1 Training ecosystems &amp; networks</a:t>
          </a:r>
          <a:endParaRPr lang="en-GB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R3.2 Leadership &amp; researcher training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R3.3 Journal infrastructure capacity</a:t>
          </a:r>
        </a:p>
      </dsp:txBody>
      <dsp:txXfrm>
        <a:off x="3549185" y="4980458"/>
        <a:ext cx="2469023" cy="1629285"/>
      </dsp:txXfrm>
    </dsp:sp>
    <dsp:sp modelId="{45709FB2-F18F-6044-934A-D78F0CBEBC88}">
      <dsp:nvSpPr>
        <dsp:cNvPr id="0" name=""/>
        <dsp:cNvSpPr/>
      </dsp:nvSpPr>
      <dsp:spPr>
        <a:xfrm>
          <a:off x="8782265" y="0"/>
          <a:ext cx="3672001" cy="20977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400" kern="1200" dirty="0"/>
            <a:t>R1.1 Sustainable open infrastructure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400" kern="1200" dirty="0"/>
            <a:t>R1.2 Standards for data re-use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400" kern="1200" dirty="0"/>
            <a:t>R1.3 Persistent identifiers &amp; metadata</a:t>
          </a:r>
        </a:p>
      </dsp:txBody>
      <dsp:txXfrm>
        <a:off x="9929946" y="46081"/>
        <a:ext cx="2478239" cy="1481168"/>
      </dsp:txXfrm>
    </dsp:sp>
    <dsp:sp modelId="{A468AE74-4068-AE45-8B48-CC67EF38774D}">
      <dsp:nvSpPr>
        <dsp:cNvPr id="0" name=""/>
        <dsp:cNvSpPr/>
      </dsp:nvSpPr>
      <dsp:spPr>
        <a:xfrm>
          <a:off x="3498496" y="-104888"/>
          <a:ext cx="3672001" cy="2307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R4.1 Efficacy of interventions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R4.2 Costs &amp; benefits of interventions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R4.3 Enable </a:t>
          </a:r>
          <a:r>
            <a:rPr lang="en-GB" sz="1400" kern="1200" dirty="0" err="1"/>
            <a:t>metaresearch</a:t>
          </a:r>
          <a:r>
            <a:rPr lang="en-GB" sz="1400" kern="1200" dirty="0"/>
            <a:t> workflows </a:t>
          </a:r>
        </a:p>
      </dsp:txBody>
      <dsp:txXfrm>
        <a:off x="3549185" y="-54199"/>
        <a:ext cx="2469023" cy="1629285"/>
      </dsp:txXfrm>
    </dsp:sp>
    <dsp:sp modelId="{46EAC2F5-57EA-E24E-A5AD-6BF6D089F496}">
      <dsp:nvSpPr>
        <dsp:cNvPr id="0" name=""/>
        <dsp:cNvSpPr/>
      </dsp:nvSpPr>
      <dsp:spPr>
        <a:xfrm>
          <a:off x="5072275" y="373666"/>
          <a:ext cx="2838550" cy="2838550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R4 Skills &amp; Capacity </a:t>
          </a:r>
        </a:p>
      </dsp:txBody>
      <dsp:txXfrm>
        <a:off x="5903667" y="1205058"/>
        <a:ext cx="2007158" cy="2007158"/>
      </dsp:txXfrm>
    </dsp:sp>
    <dsp:sp modelId="{4EB06408-FECC-9046-81FA-8D711F7E7697}">
      <dsp:nvSpPr>
        <dsp:cNvPr id="0" name=""/>
        <dsp:cNvSpPr/>
      </dsp:nvSpPr>
      <dsp:spPr>
        <a:xfrm rot="5400000">
          <a:off x="8041936" y="373666"/>
          <a:ext cx="2838550" cy="2838550"/>
        </a:xfrm>
        <a:prstGeom prst="pieWedg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R1 Infrastructure, Standards &amp; Community</a:t>
          </a:r>
        </a:p>
      </dsp:txBody>
      <dsp:txXfrm rot="-5400000">
        <a:off x="8041936" y="1205058"/>
        <a:ext cx="2007158" cy="2007158"/>
      </dsp:txXfrm>
    </dsp:sp>
    <dsp:sp modelId="{254DF6DC-D93E-5048-9164-5D8E24900DC4}">
      <dsp:nvSpPr>
        <dsp:cNvPr id="0" name=""/>
        <dsp:cNvSpPr/>
      </dsp:nvSpPr>
      <dsp:spPr>
        <a:xfrm rot="10800000">
          <a:off x="8041936" y="3343327"/>
          <a:ext cx="2838550" cy="2838550"/>
        </a:xfrm>
        <a:prstGeom prst="pieWedg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R2 Incentives, Policy &amp; Culture</a:t>
          </a:r>
        </a:p>
      </dsp:txBody>
      <dsp:txXfrm rot="10800000">
        <a:off x="8041936" y="3343327"/>
        <a:ext cx="2007158" cy="2007158"/>
      </dsp:txXfrm>
    </dsp:sp>
    <dsp:sp modelId="{A15B79AD-D0F8-6840-9859-2AADDF2288CD}">
      <dsp:nvSpPr>
        <dsp:cNvPr id="0" name=""/>
        <dsp:cNvSpPr/>
      </dsp:nvSpPr>
      <dsp:spPr>
        <a:xfrm rot="16200000">
          <a:off x="5072275" y="3343327"/>
          <a:ext cx="2838550" cy="2838550"/>
        </a:xfrm>
        <a:prstGeom prst="pieWedg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R3 Research &amp; Meta-Science</a:t>
          </a:r>
        </a:p>
      </dsp:txBody>
      <dsp:txXfrm rot="5400000">
        <a:off x="5903667" y="3343327"/>
        <a:ext cx="2007158" cy="2007158"/>
      </dsp:txXfrm>
    </dsp:sp>
    <dsp:sp modelId="{3B48971E-C411-3245-B305-F86D4737E4AC}">
      <dsp:nvSpPr>
        <dsp:cNvPr id="0" name=""/>
        <dsp:cNvSpPr/>
      </dsp:nvSpPr>
      <dsp:spPr>
        <a:xfrm>
          <a:off x="7486354" y="2687773"/>
          <a:ext cx="980053" cy="852220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0A28C4-DECF-0A47-9D82-54936ACCE02E}">
      <dsp:nvSpPr>
        <dsp:cNvPr id="0" name=""/>
        <dsp:cNvSpPr/>
      </dsp:nvSpPr>
      <dsp:spPr>
        <a:xfrm rot="10800000">
          <a:off x="7486354" y="3015550"/>
          <a:ext cx="980053" cy="852220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72F84-1DE1-83E4-E153-492E01047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BA1B3-90BE-4588-B219-068E37621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C282-4F66-AA8C-8DBB-CC79B0852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43BDD-D87E-6846-ACC0-EC4F442A419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7CA39-C4A2-88C6-CBA7-4D31B445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E7B78-45B5-8605-190D-E120232A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BE0FE-7121-9C47-AB75-903DABC640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338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45D5-7EEF-1250-9B1C-CD3E2BDA3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00B6A-7C74-64D6-2ABE-F4C16516E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7DA38-D2D6-C417-8872-837C32DF4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43BDD-D87E-6846-ACC0-EC4F442A419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02150-5D6D-B18D-16F5-8429F24D9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26913-3FEA-ECFD-E687-6A029536A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BE0FE-7121-9C47-AB75-903DABC640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676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FF98-B58D-4868-9B99-03785914B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2DC5B-1E21-BC0D-19A2-1D52B2146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30D97-FD8B-597E-5530-0B52D66BE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43BDD-D87E-6846-ACC0-EC4F442A419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0405D-2700-484A-6FF4-5124C4E7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D10DC-0EC2-F820-8B7F-BED5F456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BE0FE-7121-9C47-AB75-903DABC640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222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D56A-7782-8675-DCE5-F72D96B97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D3FC0-C24E-577F-5E70-E0645375C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00EC2-CB32-252F-95C2-D95942C2E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34380-2C43-11DF-966F-C5904337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43BDD-D87E-6846-ACC0-EC4F442A419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6617B-F29A-C952-A226-955DCA8D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ED999-EF91-084D-84CB-24FAE5EB9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BE0FE-7121-9C47-AB75-903DABC640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535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D9297-367C-513F-0254-C70BBFFE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95DC1-ADEA-A2C3-0478-5489A738C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518EE-002A-7ADB-E267-4C2BC8228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3A70DB-2757-D6C5-206C-D04323150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1CF820-A77E-3D29-1E85-F0EC5F6209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C4936C-192E-79A9-131C-8FA23FC28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43BDD-D87E-6846-ACC0-EC4F442A419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438F76-4E81-D66E-B612-3CB7094E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6B47F-E254-4ED8-207C-33668C2E0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BE0FE-7121-9C47-AB75-903DABC640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53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5D941-1C34-167B-268C-5DE83A3D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71CB6-24CB-5594-F4A6-A45BCE19D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43BDD-D87E-6846-ACC0-EC4F442A419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E1FA5-5C65-29AF-2190-57080DC5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2E751-3635-69BA-7719-C7540D64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BE0FE-7121-9C47-AB75-903DABC640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093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A6672-8D8A-DFD8-199C-A9B233547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43BDD-D87E-6846-ACC0-EC4F442A419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0E85B-F3CD-056C-96B7-9CC262A4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DE14D-3A67-87C0-55E1-6112F97F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BE0FE-7121-9C47-AB75-903DABC640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61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B280C-AE7C-6076-ED34-D6A8393D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1AED9-4FAA-AB0D-B16D-B2C45663E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D7AD0-F250-246C-E332-21E0DA5B8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FCB99-3A71-2612-9E9A-78CD8AB5B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43BDD-D87E-6846-ACC0-EC4F442A419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227FA-F491-241E-EA4F-94715F562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09570-2269-2F74-E08D-2420D374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BE0FE-7121-9C47-AB75-903DABC640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24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548F-C3F6-973A-9078-0FC13E9F7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515B4B-BC15-0F6D-9638-73A4F6ECA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12E4F-7AA9-52A7-B90D-87755A7F4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282E1-7F4A-4E6D-8D80-8E57DA69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43BDD-D87E-6846-ACC0-EC4F442A419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9F8BF-4F89-3C56-07FB-9B594843A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C2C30-80F5-064E-D1E8-7CC0F715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BE0FE-7121-9C47-AB75-903DABC640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13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7A87-4DFE-7A87-7182-FEAA7A24B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825719-1E21-978C-E028-EC05700BA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B59ED-5C08-30B0-05EA-9A0F2118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43BDD-D87E-6846-ACC0-EC4F442A419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8888C-0997-63D3-34C6-E36FAD7D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9052-8355-7BFE-92F6-0C310151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BE0FE-7121-9C47-AB75-903DABC640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07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753865-7FE4-FD5B-1BAA-5F163D7AB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800A2-0050-0A40-4CBA-4A7A45615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0F76-C258-C8CF-53CA-6815FEB6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43BDD-D87E-6846-ACC0-EC4F442A419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93587-1A73-0012-6896-2E042EE7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374C1-3570-CFD6-243B-D698ACEB1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BE0FE-7121-9C47-AB75-903DABC640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90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F67ACC-0B29-1087-DE7A-5A11970BB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D499D-07DC-C461-9BE4-B719AE3B8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B6DB6-9E4D-8806-0CDF-22A4AA6C9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43BDD-D87E-6846-ACC0-EC4F442A419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2A706-B4CB-231A-CA3D-78C7B0E78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872C4-EA3D-9854-DCB5-2C5225074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BE0FE-7121-9C47-AB75-903DABC640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83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9438BA6-E1F6-1223-4809-1A53FB39A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7621917"/>
              </p:ext>
            </p:extLst>
          </p:nvPr>
        </p:nvGraphicFramePr>
        <p:xfrm>
          <a:off x="-1880382" y="182880"/>
          <a:ext cx="15952763" cy="6555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6107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4100</TotalTime>
  <Words>70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Bannach-Brown, Alexandra (ISPM)</dc:creator>
  <cp:lastModifiedBy>Bannach-Brown, Alexandra (ISPM)</cp:lastModifiedBy>
  <cp:revision>1</cp:revision>
  <dcterms:created xsi:type="dcterms:W3CDTF">2026-06-19T13:05:05Z</dcterms:created>
  <dcterms:modified xsi:type="dcterms:W3CDTF">2026-06-22T09:26:03Z</dcterms:modified>
</cp:coreProperties>
</file>